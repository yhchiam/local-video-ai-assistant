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Key Points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from local offline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Discussed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world is now one big small town.</a:t>
            </a:r>
          </a:p>
          <a:p>
            <a:r>
              <a:t>- But within that virtual town square, there are tears of relationships, degrees of intimacy, and everyone deserves a different amount of you, a different side.</a:t>
            </a:r>
          </a:p>
          <a:p>
            <a:r>
              <a:t>- Now where those boundaries lie is up to you.</a:t>
            </a:r>
          </a:p>
          <a:p>
            <a:r>
              <a:t>- I try to wait 48 hours before posting and sharing, Because that way I can be present in private with the people I love before calculating how I'm going to publicly position it.</a:t>
            </a:r>
          </a:p>
          <a:p>
            <a:r>
              <a:t>- And post with purpose before I share, I ask myself why, what's the purpose?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So Far:</a:t>
            </a:r>
          </a:p>
          <a:p>
            <a:r>
              <a:t>1. User asked: transcribe this video 2. User asked: Create a PowerPoint with the key points discussed in the video. 1. Assistant response: Transcription Summary: The world is now one big small town. But within that virtual town square, there are tears of relationships, degrees of intimacy, and everyone deserves a d...</a:t>
            </a:r>
          </a:p>
          <a:p/>
          <a:p>
            <a:r>
              <a:t>Transcription Data:</a:t>
            </a:r>
          </a:p>
          <a:p>
            <a:r>
              <a:t>The world is now one big small town. But within that virtual town square, there are tears of relationships, degrees of intimacy, and everyone deserves a different amount of you, a different side. Now where those boundaries lie is up to you. I try to wait 48 hours before posting and sharing, Because that way I can be present in private with the people I love before calculating how I'm going to publicly position it. And post with purpose before I share, I ask myself why, what's the purpose? And most importantly, how does it serve the people I love? Because cultivating a private life is precious. It's sacred. This value is inherent in what you don't share.</a:t>
            </a:r>
          </a:p>
          <a:p/>
          <a:p>
            <a:r>
              <a:t>Visual Entities:</a:t>
            </a:r>
          </a:p>
          <a:p>
            <a:r>
              <a:t>The video appears to show a person/speaker is visible in sampled frames.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